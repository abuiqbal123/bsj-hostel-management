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Begum Sultan Jahan Hall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92024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students, the gate, and the provost.</a:t>
            </a:r>
            <a:endParaRPr lang="en-US" sz="1600" dirty="0"/>
          </a:p>
        </p:txBody>
      </p:sp>
      <p:pic>
        <p:nvPicPr>
          <p:cNvPr id="6" name="Image 0" descr="/workspace/reference/pitch/phones/resid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759231" cy="58064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it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961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45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her account, plans ordinary outings, asks for special permission, and shows her hall pass at the gate.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staff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45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the hall pass. The app records exit or return. Records guest arrival and departure.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45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who is inside, outside, or late. Approves special permission and guest stays. Runs the hall office.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joins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44796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44796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844796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37404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app and signs in with her enrolment number.</a:t>
            </a:r>
            <a:endParaRPr lang="en-US" sz="1200" dirty="0"/>
          </a:p>
        </p:txBody>
      </p:sp>
      <p:pic>
        <p:nvPicPr>
          <p:cNvPr id="7" name="Image 0" descr="/workspace/reference/pitch/phones/sign-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796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081353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135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508135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73961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signs up: name, enrolment, phone, password, guardian, and room.</a:t>
            </a:r>
            <a:endParaRPr lang="en-US" sz="1200" dirty="0"/>
          </a:p>
        </p:txBody>
      </p:sp>
      <p:pic>
        <p:nvPicPr>
          <p:cNvPr id="12" name="Image 1" descr="/workspace/reference/pitch/phones/on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53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317911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791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731791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10519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her name, room, and any planned outing.</a:t>
            </a:r>
            <a:endParaRPr lang="en-US" sz="1200" dirty="0"/>
          </a:p>
        </p:txBody>
      </p:sp>
      <p:pic>
        <p:nvPicPr>
          <p:cNvPr id="17" name="Image 2" descr="/workspace/reference/pitch/phones/resident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911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Ordinary outing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where she is going and when she will be back.</a:t>
            </a:r>
            <a:endParaRPr lang="en-US" sz="1200" dirty="0"/>
          </a:p>
        </p:txBody>
      </p:sp>
      <p:pic>
        <p:nvPicPr>
          <p:cNvPr id="7" name="Image 0" descr="/workspace/reference/pitch/phones/resid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her hall pass. The same QR is used both ways.</a:t>
            </a:r>
            <a:endParaRPr lang="en-US" sz="1200" dirty="0"/>
          </a:p>
        </p:txBody>
      </p:sp>
      <p:pic>
        <p:nvPicPr>
          <p:cNvPr id="12" name="Image 1" descr="/workspace/reference/pitch/phones/hall-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pass. Exit is recorded.</a:t>
            </a:r>
            <a:endParaRPr lang="en-US" sz="1200" dirty="0"/>
          </a:p>
        </p:txBody>
      </p:sp>
      <p:pic>
        <p:nvPicPr>
          <p:cNvPr id="17" name="Image 2" descr="/workspace/reference/pitch/phones/gate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she is outside until she returns.</a:t>
            </a:r>
            <a:endParaRPr lang="en-US" sz="1200" dirty="0"/>
          </a:p>
        </p:txBody>
      </p:sp>
      <p:pic>
        <p:nvPicPr>
          <p:cNvPr id="22" name="Image 3" descr="/workspace/reference/pitch/phones/resident-outsi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44796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44796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844796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37404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same hall pass at the gate.</a:t>
            </a:r>
            <a:endParaRPr lang="en-US" sz="1200" dirty="0"/>
          </a:p>
        </p:txBody>
      </p:sp>
      <p:pic>
        <p:nvPicPr>
          <p:cNvPr id="7" name="Image 0" descr="/workspace/reference/pitch/phones/hall-pass-out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796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081353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135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508135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73961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records the return. Presence is inside again.</a:t>
            </a:r>
            <a:endParaRPr lang="en-US" sz="1200" dirty="0"/>
          </a:p>
        </p:txBody>
      </p:sp>
      <p:pic>
        <p:nvPicPr>
          <p:cNvPr id="12" name="Image 1" descr="/workspace/reference/pitch/phones/gate-after-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53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317911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791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731791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10519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is clear for the next plan.</a:t>
            </a:r>
            <a:endParaRPr lang="en-US" sz="1200" dirty="0"/>
          </a:p>
        </p:txBody>
      </p:sp>
      <p:pic>
        <p:nvPicPr>
          <p:cNvPr id="17" name="Image 2" descr="/workspace/reference/pitch/phones/resident-return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911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permission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late-night or home going, or a guest stay.</a:t>
            </a:r>
            <a:endParaRPr lang="en-US" sz="1200" dirty="0"/>
          </a:p>
        </p:txBody>
      </p:sp>
      <p:pic>
        <p:nvPicPr>
          <p:cNvPr id="7" name="Image 0" descr="/workspace/reference/pitch/phones/per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stays sit with special permission. Payment is at the office, outside the app.</a:t>
            </a:r>
            <a:endParaRPr lang="en-US" sz="1200" dirty="0"/>
          </a:p>
        </p:txBody>
      </p:sp>
      <p:pic>
        <p:nvPicPr>
          <p:cNvPr id="12" name="Image 1" descr="/workspace/reference/pitch/phones/guest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the request.</a:t>
            </a:r>
            <a:endParaRPr lang="en-US" sz="1200" dirty="0"/>
          </a:p>
        </p:txBody>
      </p:sp>
      <p:pic>
        <p:nvPicPr>
          <p:cNvPr id="17" name="Image 2" descr="/workspace/reference/pitch/phones/provost-dec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told on her phone when it is decided.</a:t>
            </a:r>
            <a:endParaRPr lang="en-US" sz="1200" dirty="0"/>
          </a:p>
        </p:txBody>
      </p:sp>
      <p:pic>
        <p:nvPicPr>
          <p:cNvPr id="22" name="Image 3" descr="/workspace/reference/pitch/phones/notic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staff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44796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44796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844796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37404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is ready to scan.</a:t>
            </a:r>
            <a:endParaRPr lang="en-US" sz="1200" dirty="0"/>
          </a:p>
        </p:txBody>
      </p:sp>
      <p:pic>
        <p:nvPicPr>
          <p:cNvPr id="7" name="Image 0" descr="/workspace/reference/pitch/phones/gat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796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081353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135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508135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73961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Scan and reads the hall pass.</a:t>
            </a:r>
            <a:endParaRPr lang="en-US" sz="1200" dirty="0"/>
          </a:p>
        </p:txBody>
      </p:sp>
      <p:pic>
        <p:nvPicPr>
          <p:cNvPr id="12" name="Image 1" descr="/workspace/reference/pitch/phones/gate-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53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317911" y="493776"/>
            <a:ext cx="19988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791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731791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10519" y="694944"/>
            <a:ext cx="17062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or return is written into the register.</a:t>
            </a:r>
            <a:endParaRPr lang="en-US" sz="1200" dirty="0"/>
          </a:p>
        </p:txBody>
      </p:sp>
      <p:pic>
        <p:nvPicPr>
          <p:cNvPr id="17" name="Image 2" descr="/workspace/reference/pitch/phones/gate-after-ex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911" y="1536192"/>
            <a:ext cx="1998813" cy="42062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who is out, what is waiting.</a:t>
            </a:r>
            <a:endParaRPr lang="en-US" sz="1200" dirty="0"/>
          </a:p>
        </p:txBody>
      </p:sp>
      <p:pic>
        <p:nvPicPr>
          <p:cNvPr id="7" name="Image 0" descr="/workspace/reference/pitch/phones/provos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queue for permission and guests.</a:t>
            </a:r>
            <a:endParaRPr lang="en-US" sz="1200" dirty="0"/>
          </a:p>
        </p:txBody>
      </p:sp>
      <p:pic>
        <p:nvPicPr>
          <p:cNvPr id="12" name="Image 1" descr="/workspace/reference/pitch/phones/provost-reque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inside, outside, late.</a:t>
            </a:r>
            <a:endParaRPr lang="en-US" sz="1200" dirty="0"/>
          </a:p>
        </p:txBody>
      </p:sp>
      <p:pic>
        <p:nvPicPr>
          <p:cNvPr id="17" name="Image 2" descr="/workspace/reference/pitch/phones/provost-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office: people, rooms, and settings.</a:t>
            </a:r>
            <a:endParaRPr lang="en-US" sz="1200" dirty="0"/>
          </a:p>
        </p:txBody>
      </p:sp>
      <p:pic>
        <p:nvPicPr>
          <p:cNvPr id="22" name="Image 3" descr="/workspace/reference/pitch/phones/provost-off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Begum Sultan Jahan Hall — Hostel Management App</dc:title>
  <dc:subject>Pitch for the hall management app</dc:subject>
  <dc:creator>Begum Sultan Jahan Hall</dc:creator>
  <cp:lastModifiedBy>Begum Sultan Jahan Hall</cp:lastModifiedBy>
  <cp:revision>1</cp:revision>
  <dcterms:created xsi:type="dcterms:W3CDTF">2026-10-29T12:03:47Z</dcterms:created>
  <dcterms:modified xsi:type="dcterms:W3CDTF">2026-10-29T12:03:47Z</dcterms:modified>
</cp:coreProperties>
</file>