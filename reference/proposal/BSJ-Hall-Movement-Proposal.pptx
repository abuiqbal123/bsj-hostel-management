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bsj-hostel-demo.vercel.app" TargetMode="External"/><Relationship Id="rId3" Type="http://schemas.openxmlformats.org/officeDocument/2006/relationships/hyperlink" Target="https://bsj-hostel-demo.vercel.app" TargetMode="External"/><Relationship Id="rId2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outing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return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permission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gate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warden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guest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Begum Sultan Jahan Hall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71907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App Proposal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75688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48456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21224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demo</a:t>
            </a:r>
            <a:endParaRPr lang="en-US" sz="13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502920" y="41330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bsj-hostel-demo.vercel.app</a:t>
            </a:r>
            <a:endParaRPr lang="en-US" sz="1600" dirty="0"/>
          </a:p>
        </p:txBody>
      </p:sp>
      <p:pic>
        <p:nvPicPr>
          <p:cNvPr id="16" name="Image 0" descr="/Users/abu/Desktop/Coding/bsj-hostel-management/proposal/phones/wf1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02920"/>
            <a:ext cx="2759231" cy="58064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8" name="Text 15">
            <a:hlinkClick r:id="rId3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bsj-hostel-demo.vercel.app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539496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43000"/>
            <a:ext cx="91440" cy="4572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is a paper register at the gate.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143000"/>
            <a:ext cx="91440" cy="4572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17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199339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1" name="Text 9"/>
          <p:cNvSpPr/>
          <p:nvPr/>
        </p:nvSpPr>
        <p:spPr>
          <a:xfrm>
            <a:off x="6830568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admins check in and check out from one app.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281635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27432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request special permission.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363931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30568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approve special permission.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446227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30568" y="4389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notified if a resident is late.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hall pass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resident has a hall pass on the phone: a QR code. At the gate, staff scan this hall pass. The app already knows whether that resident is inside the hall or outside.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7589520" cy="1874520"/>
          </a:xfrm>
          <a:prstGeom prst="roundRect">
            <a:avLst>
              <a:gd name="adj" fmla="val 5854"/>
            </a:avLst>
          </a:prstGeom>
          <a:solidFill>
            <a:srgbClr val="13201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98424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resident is inside the hall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" y="2404872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shows the hall pass. Gate staff scan it. The app records that the resident has gone out. Destination and return time were already set in the app.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7589520" cy="1874520"/>
          </a:xfrm>
          <a:prstGeom prst="roundRect">
            <a:avLst>
              <a:gd name="adj" fmla="val 5854"/>
            </a:avLst>
          </a:prstGeom>
          <a:solidFill>
            <a:srgbClr val="13201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399592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resident is outside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4416552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shows the same hall pass. Gate staff scan it. The app records that the resident has come back. Nothing extra to fill in.</a:t>
            </a:r>
            <a:endParaRPr lang="en-US" sz="1500" dirty="0"/>
          </a:p>
        </p:txBody>
      </p:sp>
      <p:pic>
        <p:nvPicPr>
          <p:cNvPr id="10" name="Image 0" descr="/Users/abu/Desktop/Coding/bsj-hostel-management/proposal/phones/wf1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502920"/>
            <a:ext cx="2759231" cy="58064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5156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 outing, requests special permission, and shows the hall pass at the gate.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05156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05156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who is inside, outside, or late. Approves or rejects special permission.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52044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staff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resident hall pass. The app records exit or return.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52044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Provost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hall. Can export the register.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1. Normal outing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destination and return time.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1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hall pass at the gate.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1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hall pass.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4-scan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is recorded.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1-ex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https://bsj-hostel-demo.vercel.app/outing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2. A resident comes back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same hall pass.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2-out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it. Return is recorded.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2-re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late, the warden sees the late list.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2-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phone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SMS is sent, then another on return.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2-sm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https://bsj-hostel-demo.vercel.app/return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3. Special permission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late-night or home going.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3-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form and sends it to the warden.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3-late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3-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approved, the same hall pass is used at the gate.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3-approv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https://bsj-hostel-demo.vercel.app/permission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4. Gate staff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Scan QR.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4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resident hall pass.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4-sc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Exit recorded or Return recorded.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4-ex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scan cannot be used, the screen says what to do.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4-err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https://bsj-hostel-demo.vercel.app/gate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5. Warden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hall register.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5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late list.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5-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resident record.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5-resid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special permission.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5-p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https://bsj-hostel-demo.vercel.app/warden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6. Guest stay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with start date and end date. At least a day before. Up to 7 days.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7-a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Approves. Payment is marked at the hall office.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7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guest in or out. Guests do not have a hall pass.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7-g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in hall is on the register. That number is for dining.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7-regi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https://bsj-hostel-demo.vercel.app/guest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can alert the duty warden and the gate, and call from the phone. This is not a leave form.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if the hall does not want it in the first version.</a:t>
            </a:r>
            <a:endParaRPr lang="en-US" sz="1600" dirty="0"/>
          </a:p>
        </p:txBody>
      </p:sp>
      <p:pic>
        <p:nvPicPr>
          <p:cNvPr id="6" name="Image 0" descr="/Users/abu/Desktop/Coding/bsj-hostel-management/proposal/phones/wf6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2780957" cy="585216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build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93268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outing: destination, return time, scan at the gate. No special permission.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including late return and parent SMS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21762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permission: late-night and home going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279806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scanning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34198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register: inside, outside, late, pending, guests in hall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40416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guest stay: start and end date, at least a day before, up to 7 days. Gate records in and out.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47731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emergency contacts on the resident phone.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cost (estimate)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for 400 residents and 10 admins. iPhone and Android app. Developer cost to be confirmed.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877824"/>
          <a:ext cx="11155680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7F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7F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cost, one-time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confirmed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VPS, 2 GB, about ₹500 a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₹6,000 each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SMS, late returns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 each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Store, Apple Developer $99 a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₹8,500 each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Store, Google $25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 in year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 with Apple and Google accounts, year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 with Apple and Google accounts, each year after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₹16,500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673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personal Apple and Google accounts, same as the ICACON Companion app, App Store and Play Store are ₹0. Running cost is then ₹8,000 a year.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418795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VPS: one 2 GB server in an Indian data centre (Mumbai or Bangalore) is about ₹500 a month, so ₹6,000 a year. It runs the app backend, the database, and a nightly backup. 400 residents and 10 admins fit on this size.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718304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SMS: only if a resident is late. Two texts: one when grace ends, one when they return. About 8 late returns a night × 250 term days × 2 texts ≈ 4,000 SMS a year. Indian transactional SMS is about ₹0.20 each, about ₹800. We estimate ₹2,000 so a busier year still fits.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Begum Sultan Jahan Hall — Hostel Management App Proposal</dc:title>
  <dc:subject>Hostel management app proposal for Aligarh Muslim University</dc:subject>
  <dc:creator>Begum Sultan Jahan Hall</dc:creator>
  <cp:lastModifiedBy>Begum Sultan Jahan Hall</cp:lastModifiedBy>
  <cp:revision>1</cp:revision>
  <dcterms:created xsi:type="dcterms:W3CDTF">2026-09-16T11:09:29Z</dcterms:created>
  <dcterms:modified xsi:type="dcterms:W3CDTF">2026-09-16T11:09:29Z</dcterms:modified>
</cp:coreProperties>
</file>